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8" d="100"/>
          <a:sy n="68" d="100"/>
        </p:scale>
        <p:origin x="792" y="7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79379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876711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287477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054365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95857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310253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334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7492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653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5CF8FE-DC80-E1EE-FBED-515C04E0BD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5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4750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355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FFB120-42CF-C226-6443-A99441416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26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38929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439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C50A7-A336-2308-BB45-516F5C4682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197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605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263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35364E-1178-0CFD-A7E7-89AC192D8F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F67D4F-312B-772E-8E36-5AE3B579D4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661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5045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8294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A940E4-E96E-1AFA-BD6E-2BCCA27A7D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377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0700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8257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C9B87F-6CD1-D589-FE6B-0C64345F4C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05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5051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504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3FF872-A892-0908-CB52-A9207F5B6B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855738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48133456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39724091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23052140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58626718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3287119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510985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895658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0627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679207900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1896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497272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88041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815197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0236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640813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03727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566520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87970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8290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4314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0342755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53326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92559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774927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2419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9512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2024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08092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0627371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4806111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616669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4213196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56830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1167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5854888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4069391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36377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20089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789389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3364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962670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58537109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051420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147401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43001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1360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3534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2968998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74844056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742924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770254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997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8759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8346826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124385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775980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7865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19352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3261924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592876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146224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41267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848527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84451290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91023766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53351645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566963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0186075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3687447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645147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media1.sv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121998" name="Título 1"/>
          <p:cNvSpPr>
            <a:spLocks noGrp="1"/>
          </p:cNvSpPr>
          <p:nvPr>
            <p:ph type="ctrTitle"/>
          </p:nvPr>
        </p:nvSpPr>
        <p:spPr bwMode="auto">
          <a:xfrm flipH="0" flipV="0">
            <a:off x="1386931" y="1808820"/>
            <a:ext cx="9929648" cy="72007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lang="es-CL" b="1">
                <a:latin typeface="Arial"/>
                <a:cs typeface="Arial"/>
              </a:rPr>
              <a:t>Presentación Pagina Web</a:t>
            </a:r>
            <a:br>
              <a:rPr lang="es-CL" b="1">
                <a:latin typeface="Arial"/>
                <a:cs typeface="Arial"/>
              </a:rPr>
            </a:br>
            <a:r>
              <a:rPr lang="es-ES" b="1">
                <a:latin typeface="Arial"/>
                <a:cs typeface="Arial"/>
              </a:rPr>
              <a:t>Newen Dungun</a:t>
            </a:r>
            <a:endParaRPr/>
          </a:p>
        </p:txBody>
      </p:sp>
      <p:sp>
        <p:nvSpPr>
          <p:cNvPr id="1032432384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4628979"/>
            <a:ext cx="9144000" cy="1655762"/>
          </a:xfrm>
        </p:spPr>
        <p:txBody>
          <a:bodyPr>
            <a:normAutofit lnSpcReduction="10000"/>
          </a:bodyPr>
          <a:lstStyle/>
          <a:p>
            <a:pPr algn="l">
              <a:defRPr/>
            </a:pPr>
            <a:r>
              <a:rPr lang="es-CL" b="1">
                <a:latin typeface="Arial"/>
                <a:cs typeface="Arial"/>
              </a:rPr>
              <a:t>Nombre: Oliver Arens</a:t>
            </a:r>
            <a:endParaRPr b="1"/>
          </a:p>
          <a:p>
            <a:pPr algn="l">
              <a:defRPr/>
            </a:pPr>
            <a:r>
              <a:rPr lang="es-CL" b="1">
                <a:latin typeface="Arial"/>
                <a:cs typeface="Arial"/>
              </a:rPr>
              <a:t>Asignatura: Taller de Programación</a:t>
            </a:r>
            <a:endParaRPr b="1"/>
          </a:p>
          <a:p>
            <a:pPr algn="l">
              <a:defRPr/>
            </a:pPr>
            <a:r>
              <a:rPr lang="es-CL" b="1">
                <a:latin typeface="Arial"/>
                <a:cs typeface="Arial"/>
              </a:rPr>
              <a:t>Profesor: Francisco Calfún </a:t>
            </a:r>
            <a:endParaRPr/>
          </a:p>
          <a:p>
            <a:pPr algn="l">
              <a:defRPr/>
            </a:pPr>
            <a:r>
              <a:rPr lang="es-CL">
                <a:latin typeface="Arial"/>
                <a:cs typeface="Arial"/>
              </a:rPr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695553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s-CL" b="1">
                <a:latin typeface="Arial"/>
                <a:cs typeface="Arial"/>
              </a:rPr>
              <a:t>Índice</a:t>
            </a:r>
            <a:endParaRPr/>
          </a:p>
        </p:txBody>
      </p:sp>
      <p:sp>
        <p:nvSpPr>
          <p:cNvPr id="620673797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CL">
                <a:latin typeface="Arial"/>
                <a:cs typeface="Arial"/>
              </a:rPr>
              <a:t>Definición de </a:t>
            </a:r>
            <a:r>
              <a:rPr lang="es-ES">
                <a:latin typeface="Arial"/>
                <a:cs typeface="Arial"/>
              </a:rPr>
              <a:t>nueva </a:t>
            </a:r>
            <a:r>
              <a:rPr lang="es-CL">
                <a:latin typeface="Arial"/>
                <a:cs typeface="Arial"/>
              </a:rPr>
              <a:t>problemática. </a:t>
            </a:r>
            <a:endParaRPr/>
          </a:p>
          <a:p>
            <a:pPr>
              <a:defRPr/>
            </a:pPr>
            <a:r>
              <a:rPr lang="es-ES">
                <a:latin typeface="Arial"/>
                <a:cs typeface="Arial"/>
              </a:rPr>
              <a:t>S</a:t>
            </a:r>
            <a:r>
              <a:rPr lang="es-CL">
                <a:latin typeface="Arial"/>
                <a:cs typeface="Arial"/>
              </a:rPr>
              <a:t>olución. </a:t>
            </a:r>
            <a:endParaRPr lang="es-CL">
              <a:latin typeface="Arial"/>
              <a:cs typeface="Arial"/>
            </a:endParaRPr>
          </a:p>
          <a:p>
            <a:pPr>
              <a:defRPr/>
            </a:pPr>
            <a:r>
              <a:rPr lang="es-ES">
                <a:latin typeface="Arial"/>
                <a:cs typeface="Arial"/>
              </a:rPr>
              <a:t>Actualización de la pagina.</a:t>
            </a:r>
            <a:endParaRPr/>
          </a:p>
          <a:p>
            <a:pPr>
              <a:defRPr/>
            </a:pPr>
            <a:r>
              <a:rPr lang="es-CL">
                <a:latin typeface="Arial"/>
                <a:cs typeface="Arial"/>
              </a:rPr>
              <a:t>Herramientas utilizadas (HTML, CSS</a:t>
            </a:r>
            <a:r>
              <a:rPr lang="es-ES">
                <a:latin typeface="Arial"/>
                <a:cs typeface="Arial"/>
              </a:rPr>
              <a:t>, Deepseek, Github y </a:t>
            </a:r>
            <a:r>
              <a:rPr lang="es-ES">
                <a:latin typeface="Arial"/>
                <a:cs typeface="Arial"/>
              </a:rPr>
              <a:t>Youtube</a:t>
            </a:r>
            <a:r>
              <a:rPr lang="es-CL">
                <a:latin typeface="Arial"/>
                <a:cs typeface="Arial"/>
              </a:rPr>
              <a:t>).</a:t>
            </a:r>
            <a:endParaRPr/>
          </a:p>
          <a:p>
            <a:pPr>
              <a:defRPr/>
            </a:pPr>
            <a:r>
              <a:rPr lang="es-ES"/>
              <a:t>Nuevas herramientas utilizadas (JavaScript)</a:t>
            </a:r>
            <a:endParaRPr/>
          </a:p>
          <a:p>
            <a:pPr>
              <a:defRPr/>
            </a:pPr>
            <a:r>
              <a:rPr lang="es-CL">
                <a:latin typeface="Arial"/>
                <a:cs typeface="Arial"/>
              </a:rPr>
              <a:t>Propósito y demostración de la pagina.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296252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s-ES" b="1">
                <a:latin typeface="Arial"/>
                <a:cs typeface="Arial"/>
              </a:rPr>
              <a:t>Nuevo P</a:t>
            </a:r>
            <a:r>
              <a:rPr lang="es-CL" b="1">
                <a:latin typeface="Arial"/>
                <a:cs typeface="Arial"/>
              </a:rPr>
              <a:t>roblema </a:t>
            </a:r>
            <a:r>
              <a:rPr lang="es-ES" b="1">
                <a:latin typeface="Arial"/>
                <a:cs typeface="Arial"/>
              </a:rPr>
              <a:t>P</a:t>
            </a:r>
            <a:r>
              <a:rPr lang="es-CL" b="1">
                <a:latin typeface="Arial"/>
                <a:cs typeface="Arial"/>
              </a:rPr>
              <a:t>lanteado</a:t>
            </a:r>
            <a:endParaRPr/>
          </a:p>
        </p:txBody>
      </p:sp>
      <p:sp>
        <p:nvSpPr>
          <p:cNvPr id="9613120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7058002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676472" y="1806958"/>
            <a:ext cx="5325354" cy="39289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0950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s-CL" b="1">
                <a:latin typeface="Arial"/>
                <a:cs typeface="Arial"/>
              </a:rPr>
              <a:t>Solución</a:t>
            </a:r>
            <a:endParaRPr/>
          </a:p>
        </p:txBody>
      </p:sp>
      <p:sp>
        <p:nvSpPr>
          <p:cNvPr id="17031162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63587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9598" y="2174184"/>
            <a:ext cx="5073097" cy="3043858"/>
          </a:xfrm>
          <a:prstGeom prst="rect">
            <a:avLst/>
          </a:prstGeom>
        </p:spPr>
      </p:pic>
      <p:pic>
        <p:nvPicPr>
          <p:cNvPr id="32897602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59021" y="2131146"/>
            <a:ext cx="5280162" cy="3129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8849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s-ES" b="1"/>
              <a:t>Actualización de pagina.</a:t>
            </a:r>
            <a:endParaRPr b="1"/>
          </a:p>
        </p:txBody>
      </p:sp>
      <p:sp>
        <p:nvSpPr>
          <p:cNvPr id="35472323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757379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072156" y="2112634"/>
            <a:ext cx="3798441" cy="3501093"/>
          </a:xfrm>
          <a:prstGeom prst="rect">
            <a:avLst/>
          </a:prstGeom>
        </p:spPr>
      </p:pic>
      <p:pic>
        <p:nvPicPr>
          <p:cNvPr id="74235495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01901" y="2080698"/>
            <a:ext cx="3884080" cy="3533029"/>
          </a:xfrm>
          <a:prstGeom prst="rect">
            <a:avLst/>
          </a:prstGeom>
        </p:spPr>
      </p:pic>
      <p:pic>
        <p:nvPicPr>
          <p:cNvPr id="196518599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40488" y="2112634"/>
            <a:ext cx="3389608" cy="35010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39857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s-CL" b="1">
                <a:latin typeface="Arial"/>
                <a:cs typeface="Arial"/>
              </a:rPr>
              <a:t>Herramientas</a:t>
            </a:r>
            <a:endParaRPr b="1"/>
          </a:p>
        </p:txBody>
      </p:sp>
      <p:pic>
        <p:nvPicPr>
          <p:cNvPr id="1156885484" name="Marcador de contenido 4"/>
          <p:cNvPicPr>
            <a:picLocks noChangeAspect="1" noGrp="1"/>
          </p:cNvPicPr>
          <p:nvPr>
            <p:ph idx="1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161684" y="1471538"/>
            <a:ext cx="2190739" cy="2190739"/>
          </a:xfrm>
        </p:spPr>
      </p:pic>
      <p:pic>
        <p:nvPicPr>
          <p:cNvPr id="611137797" name="Imagen 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687880" y="1758288"/>
            <a:ext cx="2081254" cy="2081254"/>
          </a:xfrm>
          <a:prstGeom prst="rect">
            <a:avLst/>
          </a:prstGeom>
        </p:spPr>
      </p:pic>
      <p:pic>
        <p:nvPicPr>
          <p:cNvPr id="2082058607" name="Imagen 8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091022" y="1807894"/>
            <a:ext cx="1982042" cy="1982042"/>
          </a:xfrm>
          <a:prstGeom prst="rect">
            <a:avLst/>
          </a:prstGeom>
        </p:spPr>
      </p:pic>
      <p:pic>
        <p:nvPicPr>
          <p:cNvPr id="1200731861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4563466" y="3839543"/>
            <a:ext cx="3065063" cy="3042336"/>
          </a:xfrm>
          <a:prstGeom prst="rect">
            <a:avLst/>
          </a:prstGeom>
        </p:spPr>
      </p:pic>
      <p:pic>
        <p:nvPicPr>
          <p:cNvPr id="388824129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6095999" y="1660057"/>
            <a:ext cx="2277717" cy="227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6529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82879" y="274637"/>
            <a:ext cx="803413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s-ES" b="1"/>
              <a:t>Nuevas Herramientas utilizadas</a:t>
            </a:r>
            <a:endParaRPr b="1"/>
          </a:p>
        </p:txBody>
      </p:sp>
      <p:sp>
        <p:nvSpPr>
          <p:cNvPr id="7710668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046156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749999" y="1904999"/>
            <a:ext cx="4410488" cy="36915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79136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s-CL" b="1">
                <a:latin typeface="Arial"/>
                <a:cs typeface="Arial"/>
              </a:rPr>
              <a:t>Demostración de la pagina.</a:t>
            </a:r>
            <a:endParaRPr/>
          </a:p>
        </p:txBody>
      </p:sp>
      <p:sp>
        <p:nvSpPr>
          <p:cNvPr id="22986334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9161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97445" y="1904999"/>
            <a:ext cx="9667874" cy="4029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Office">
        <a:dk1>
          <a:sysClr val="windowText" lastClr="000000"/>
        </a:dk1>
        <a:lt1>
          <a:sysClr val="window" lastClr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">
      <a:majorFont>
        <a:latin typeface="Calisto MT"/>
        <a:ea typeface="Arial"/>
        <a:cs typeface="Arial"/>
      </a:majorFont>
      <a:minorFont>
        <a:latin typeface="Calisto MT"/>
        <a:ea typeface="Arial"/>
        <a:cs typeface="Arial"/>
      </a:minorFont>
    </a:fontScheme>
    <a:fmtScheme name="Pizarra"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>
          <a:blip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0</TotalTime>
  <Words>0</Words>
  <Application>ONLYOFFICE/9.1.0.173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Arens</dc:creator>
  <cp:lastModifiedBy/>
  <cp:revision>5</cp:revision>
  <dcterms:created xsi:type="dcterms:W3CDTF">2025-09-19T05:24:57Z</dcterms:created>
  <dcterms:modified xsi:type="dcterms:W3CDTF">2025-11-03T19:23:23Z</dcterms:modified>
</cp:coreProperties>
</file>